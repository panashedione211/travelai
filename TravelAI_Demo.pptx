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TravelAI ✈️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Travel Planning with Microsoft Azure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Agents League Hackathon · Reasoning Agents Challenge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731520" cy="1828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36576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3977640" cy="320040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32004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30352" y="1536192"/>
            <a:ext cx="3703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trip is overwhelming — too many tabs, too many choices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gives a personalized, visual, day-by-day plan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chatbots give walls of text, not actionable itineraries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3977640" cy="3200400"/>
          </a:xfrm>
          <a:prstGeom prst="rect">
            <a:avLst/>
          </a:prstGeom>
          <a:solidFill>
            <a:srgbClr val="F4F6F9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914400"/>
            <a:ext cx="64008" cy="320040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65192" y="1536192"/>
            <a:ext cx="3703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6 questions → full itinerary in seconds</a:t>
            </a:r>
            <a:endParaRPr lang="en-US" sz="13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with color-coded pins per day</a:t>
            </a:r>
            <a:endParaRPr lang="en-US" sz="1300" dirty="0"/>
          </a:p>
          <a:p>
            <a:pPr algn="l"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box that directly updates your plan in real time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2011680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822960"/>
            <a:ext cx="20116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32688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9326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Questionnaire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Destination, days, budget, travel style, pace, group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822960"/>
            <a:ext cx="2011680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822960"/>
            <a:ext cx="20116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932688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9326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Wikivoyage API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0604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real travel guide content for the destination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822960"/>
            <a:ext cx="2011680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9160" y="822960"/>
            <a:ext cx="20116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932688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9326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Indexes guide as Foundry IQ knowledge base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903720" y="822960"/>
            <a:ext cx="2011680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03720" y="822960"/>
            <a:ext cx="201168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95160" y="932688"/>
            <a:ext cx="347472" cy="347472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932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93268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95160" y="13716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generates grounded JSON itinerary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2542032"/>
            <a:ext cx="2651760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2542032"/>
            <a:ext cx="26517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265176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2651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Geocoding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30906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GPS coordinates for every stop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10712" y="2542032"/>
            <a:ext cx="2651760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10712" y="2542032"/>
            <a:ext cx="26517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02152" y="265176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02152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13632" y="2651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Map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02152" y="30906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pins per day, interactive popups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18504" y="2542032"/>
            <a:ext cx="2651760" cy="1554480"/>
          </a:xfrm>
          <a:prstGeom prst="rect">
            <a:avLst/>
          </a:prstGeom>
          <a:solidFill>
            <a:srgbClr val="F4F6F9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18504" y="2542032"/>
            <a:ext cx="2651760" cy="54864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09944" y="2651760"/>
            <a:ext cx="347472" cy="347472"/>
          </a:xfrm>
          <a:prstGeom prst="ellipse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9944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821424" y="265176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 Box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9944" y="3090672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Tweaks update map and itinerary live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2834640" cy="3200400"/>
          </a:xfrm>
          <a:prstGeom prst="rect">
            <a:avLst/>
          </a:prstGeom>
          <a:solidFill>
            <a:srgbClr val="243654"/>
          </a:solidFill>
          <a:ln w="12700">
            <a:solidFill>
              <a:srgbClr val="2D48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1247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Azure Services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618488"/>
            <a:ext cx="2560320" cy="274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64792"/>
            <a:ext cx="2560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Foundry — gpt-4.1-mini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— Foundry IQ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Wikivoyage knowledge base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960120"/>
            <a:ext cx="2834640" cy="3200400"/>
          </a:xfrm>
          <a:prstGeom prst="rect">
            <a:avLst/>
          </a:prstGeom>
          <a:solidFill>
            <a:srgbClr val="243654"/>
          </a:solidFill>
          <a:ln w="12700">
            <a:solidFill>
              <a:srgbClr val="2D48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247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Backend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29000" y="1618488"/>
            <a:ext cx="2560320" cy="274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764792"/>
            <a:ext cx="2560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SQLAlchemy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960120"/>
            <a:ext cx="2834640" cy="3200400"/>
          </a:xfrm>
          <a:prstGeom prst="rect">
            <a:avLst/>
          </a:prstGeom>
          <a:solidFill>
            <a:srgbClr val="243654"/>
          </a:solidFill>
          <a:ln w="12700">
            <a:solidFill>
              <a:srgbClr val="2D48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1247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Frontend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46520" y="1618488"/>
            <a:ext cx="2560320" cy="274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764792"/>
            <a:ext cx="25603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JavaScript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+ OpenStreetMap</a:t>
            </a:r>
            <a:endParaRPr lang="en-US" sz="130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Nominatim Geocoding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TravelAI - Microsoft Agents League Hackathon</dc:title>
  <dc:subject>PptxGenJS Presentation</dc:subject>
  <dc:creator>PptxGenJS</dc:creator>
  <cp:lastModifiedBy>PptxGenJS</cp:lastModifiedBy>
  <cp:revision>1</cp:revision>
  <dcterms:created xsi:type="dcterms:W3CDTF">2026-06-15T02:13:34Z</dcterms:created>
  <dcterms:modified xsi:type="dcterms:W3CDTF">2026-06-15T02:13:34Z</dcterms:modified>
</cp:coreProperties>
</file>